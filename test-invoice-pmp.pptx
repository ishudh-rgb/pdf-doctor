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704881" cy="15139721"/>
  <p:notesSz cx="15139721" cy="10704881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704881" cy="151397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PDF Export</dc:title>
  <dc:subject>PptxGenJS Presentation</dc:subject>
  <dc:creator>OnlyMyPDF</dc:creator>
  <cp:lastModifiedBy>OnlyMyPDF</cp:lastModifiedBy>
  <cp:revision>1</cp:revision>
  <dcterms:created xsi:type="dcterms:W3CDTF">2026-06-26T21:23:38Z</dcterms:created>
  <dcterms:modified xsi:type="dcterms:W3CDTF">2026-06-26T21:23:38Z</dcterms:modified>
</cp:coreProperties>
</file>